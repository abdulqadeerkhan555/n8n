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59D38-2463-0422-1D30-877C4DC91EE3}" v="17" dt="2025-12-24T08:20:09.181"/>
    <p1510:client id="{AE41A5A1-9C0C-4229-BEE5-43BCF8FEF21F}" v="6" dt="2025-12-24T07:46:06.938"/>
    <p1510:client id="{EB186A9C-2988-446F-AFD9-D4F3D4183509}" v="30" dt="2025-12-24T07:42:17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69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0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63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9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8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05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2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2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11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72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83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60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968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6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5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44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FAQ </a:t>
            </a:r>
            <a:r>
              <a:t>Customer Support &amp; Service </a:t>
            </a:r>
            <a:r>
              <a:rPr lang="en-US"/>
              <a:t>Agents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t>Intelligent AI agent for customer support</a:t>
            </a:r>
            <a:endParaRPr lang="en-US"/>
          </a:p>
          <a:p>
            <a:pPr marL="342900" indent="-342900"/>
            <a:r>
              <a:rPr dirty="0"/>
              <a:t>Available 24/7 for businesses</a:t>
            </a:r>
          </a:p>
          <a:p>
            <a:r>
              <a:rPr dirty="0"/>
              <a:t>Reduces human workload</a:t>
            </a:r>
          </a:p>
          <a:p>
            <a:r>
              <a:rPr dirty="0"/>
              <a:t>Improves response time and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Need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dirty="0"/>
              <a:t>High support costs and slow responses</a:t>
            </a:r>
            <a:endParaRPr lang="en-US" dirty="0"/>
          </a:p>
          <a:p>
            <a:pPr marL="342900" indent="-342900"/>
            <a:r>
              <a:rPr dirty="0"/>
              <a:t>Growing demand in Pakistan and global markets</a:t>
            </a:r>
          </a:p>
          <a:p>
            <a:pPr marL="342900" indent="-342900"/>
            <a:r>
              <a:rPr dirty="0"/>
              <a:t>Ideal for SMEs, startups, SaaS, banks</a:t>
            </a:r>
          </a:p>
          <a:p>
            <a:pPr marL="342900" indent="-342900"/>
            <a:endParaRPr/>
          </a:p>
          <a:p>
            <a:pPr marL="342900" indent="-342900"/>
            <a:r>
              <a:rPr dirty="0"/>
              <a:t>Business Value:</a:t>
            </a:r>
          </a:p>
          <a:p>
            <a:pPr marL="342900" indent="-342900"/>
            <a:r>
              <a:rPr dirty="0"/>
              <a:t>Cost reduction</a:t>
            </a:r>
          </a:p>
          <a:p>
            <a:pPr marL="342900" indent="-342900"/>
            <a:r>
              <a:t>Faster service</a:t>
            </a:r>
          </a:p>
          <a:p>
            <a:pPr marL="342900" indent="-342900"/>
            <a:r>
              <a:rPr dirty="0"/>
              <a:t>Easy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buSzTx/>
              <a:buFont typeface="Arial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LLM ( OpenAI  &amp; Google Gemini)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SzTx/>
              <a:buFont typeface="Arial"/>
            </a:pPr>
            <a:r>
              <a:rPr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Voice and text-based interaction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SzTx/>
              <a:buFont typeface="Arial"/>
            </a:pPr>
            <a:r>
              <a:rPr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Intent detection system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SzTx/>
              <a:buFont typeface="Arial"/>
            </a:pP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Api</a:t>
            </a:r>
            <a:r>
              <a:rPr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ticketing, and database integration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SzTx/>
              <a:buFont typeface="Arial"/>
            </a:pPr>
            <a:r>
              <a:rPr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agent handling multiple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t>Cost-effective and scalable solution</a:t>
            </a:r>
            <a:endParaRPr lang="en-US"/>
          </a:p>
          <a:p>
            <a:pPr marL="342900" indent="-342900"/>
            <a:r>
              <a:t>Strong national and international market </a:t>
            </a:r>
            <a:r>
              <a:rPr dirty="0"/>
              <a:t>potential</a:t>
            </a:r>
          </a:p>
          <a:p>
            <a:endParaRPr/>
          </a:p>
          <a:p>
            <a:r>
              <a:t>Future Scope:</a:t>
            </a:r>
          </a:p>
          <a:p>
            <a:pPr marL="342900" indent="-342900"/>
            <a:r>
              <a:t>Multilingual support</a:t>
            </a:r>
          </a:p>
          <a:p>
            <a:pPr marL="342900" indent="-342900"/>
            <a:r>
              <a:t>Advanced analytics</a:t>
            </a:r>
          </a:p>
          <a:p>
            <a:pPr marL="342900" indent="-342900"/>
            <a:r>
              <a:t>Industry-specific customization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Ion</vt:lpstr>
      <vt:lpstr>FAQ Customer Support &amp; Service Agents</vt:lpstr>
      <vt:lpstr>Market Need &amp; Business Value</vt:lpstr>
      <vt:lpstr>Technology Stack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39</cp:revision>
  <dcterms:created xsi:type="dcterms:W3CDTF">2013-01-27T09:14:16Z</dcterms:created>
  <dcterms:modified xsi:type="dcterms:W3CDTF">2025-12-24T08:20:46Z</dcterms:modified>
  <cp:category/>
</cp:coreProperties>
</file>